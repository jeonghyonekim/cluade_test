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90E0EF"/>
                </a:solidFill>
              </a:rPr>
              <a:t>PRD로 시작하는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앱 기획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661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</a:rPr>
              <a:t>아이디어를 제품으로 만드는 첫 번째 설계도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8288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6188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#PRD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5943600"/>
            <a:ext cx="18288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596188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#앱기획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5943600"/>
            <a:ext cx="18288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596188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#제품요구사항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5943600"/>
            <a:ext cx="18288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96188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#소모임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이런 경험 없으신가요?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아이디어의 함정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4612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</a:rPr>
              <a:t>머릿속에서는 완벽한데,
막상 설명하면 다들 다르게 이해한다.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280160"/>
            <a:ext cx="36576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463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개발 시작 후 혼란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3832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</a:rPr>
              <a:t>개발을 시작했는데 요구사항이 계속 바뀌고
시간·비용이 눈덩이처럼 불어난다.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280160"/>
            <a:ext cx="36576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463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🗣️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소통의 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33832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</a:rPr>
              <a:t>디자이너, 개발자, 기획자가
각자 다른 그림을 그리고 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600"/>
                </a:solidFill>
              </a:rPr>
              <a:t>✅  이 문제들을 해결해주는 것이 바로 PRD입니다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PRD란 무엇인가?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18872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Product Requirements Document  ·  제품 요구사항 정의서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"이 서비스는  누구를 위해 /  어떤 문제를 풀고 /  어떻게 동작한다"  를 한 문서에 담은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53949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설계도 같은 존재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089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건물을 짓기 전 설계도가 필요하듯,
앱을 만들기 전 PRD가 필요합니다. 방향을 맞추는 나침반.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606040"/>
            <a:ext cx="53949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743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기술 명세서가 아니다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1089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코드나 기술 스펙이 아닌,
'사용자 문제'와 '해결 방법' 중심으로 작성하는 문서.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53949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754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54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살아있는 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1206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한 번 쓰고 끝이 아니라,
프로젝트가 진행되면서 계속 업데이트되는 문서.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617720"/>
            <a:ext cx="53949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754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754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팀 커뮤니케이션 허브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51206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개발자·디자이너·기획자·마케터가
같은 방향을 바라보게 만드는 공통 언어.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PRD의 핵심 구성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좋은 PRD는 이 5가지를 반드시 담는다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9515" y="1463040"/>
            <a:ext cx="1078992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5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  1.  배경 &amp;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8677" y="1508760"/>
            <a:ext cx="5610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왜 이 제품을 만드는가? 어떤 문제를 해결하는가?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6715" y="2148840"/>
            <a:ext cx="9875520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8155" y="2194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  2.  타겟 사용자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6965" y="2194560"/>
            <a:ext cx="51352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누구를 위한 서비스인가? 페르소나 &amp; 사용자 시나리오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13915" y="2834640"/>
            <a:ext cx="8961120" cy="5943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5355" y="2880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  3.  핵심 기능 TOP3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5253" y="2880360"/>
            <a:ext cx="465978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어떤 기능이 있는가? 우선순위는 어떻게 되는가?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1115" y="3520440"/>
            <a:ext cx="8046720" cy="5943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2556" y="35661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  4.  성공 지표 (KPI)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3541" y="3566160"/>
            <a:ext cx="418429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어떻게 되면 성공인가? 측정 가능한 목표 수치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28316" y="4206240"/>
            <a:ext cx="7132320" cy="5943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19756" y="42519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  5.  제약 &amp; 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1829" y="4251959"/>
            <a:ext cx="37088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기술/예산/시간 제약, 전제 조건은 무엇인가?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PRD가 있으면 무엇이 달라지나?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106984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0632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아이디어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문제 정의
&amp; 가설 수립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30632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PRD 작성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목표·기능·사용자
문서화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30632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팀 얼라인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디자인·개발·기획
방향 통일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30632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개발·디자인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PRD 기반
실제 구현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30632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검증 &amp; 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KPI 기준으로
성공 측정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11274552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✅  방향이 흔들릴 때마다 PRD로 돌아와서 기준을 잡을 수 있습니다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각 단계가 명확하게 이어지고, 팀 전체가 같은 목표를 향해 달릴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PRD 있을 때 vs 없을 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✅  PRD 있을 때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188720"/>
            <a:ext cx="539496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❌  PRD 없을 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3949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874519"/>
            <a:ext cx="53949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소통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한 문서 기반 논의 → 회의가 짧고 결론이 명확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각자 다른 그림 → 오해와 재확인이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79"/>
            <a:ext cx="53949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926079"/>
            <a:ext cx="53949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7179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개발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기능 범위가 명확 → 군더더기 없이 개발 집중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요구사항이 계속 바뀜 → 재작업 비용 폭발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3949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53949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233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7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명확한 요구사항 → 프로젝트 일정 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7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불명확한 범위 → 일정이 계속 늘어남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53949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5029200"/>
            <a:ext cx="53949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성과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KPI 기준으로 성공/실패를 객관적으로 판단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06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무엇이 성공인지 몰라 방향을 잃음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시대에 PRD는 더 중요해졌다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ChatGPT, Cursor, Claude로 개발하는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657600" cy="438912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AI의 한계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AI는 '무엇을 만들지' 스스로 결정하지 못합니다.
명확한 요구사항이 있어야 좋은 결과물이 나옵니다.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645920"/>
            <a:ext cx="3657600" cy="43891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PRD = 최고의 AI 프롬프트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5661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잘 쓴 PRD를 AI에게 주면
코드·디자인·기획안까지 뽑아낼 수 있습니다.
PRD가 곧 최고의 프롬프트.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645920"/>
            <a:ext cx="3657600" cy="4389120"/>
          </a:xfrm>
          <a:prstGeom prst="rect">
            <a:avLst/>
          </a:prstGeom>
          <a:solidFill>
            <a:srgbClr val="4A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빠른 실행의 기반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35661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아이디어 → 프로토타입까지 시간이 단축된 만큼,
처음 방향 설정이 더 중요해졌습니다.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722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600"/>
                </a:solidFill>
              </a:rPr>
              <a:t>💡  바이브코딩 시대일수록, PRD가 먼저다.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우리 모임에서 PRD 써보기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간단한 PRD 템플릿 — 지금 바로 시작할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" cy="77724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29260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47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어떤 불편함을 해결하는가?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63040"/>
            <a:ext cx="7589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6642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예시: 소모임 일정 조율이 카톡으로 너무 번거롭다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548640" cy="77724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423160"/>
            <a:ext cx="29260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타겟 사용자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07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주로 누가 쓰는가?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423160"/>
            <a:ext cx="7589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6243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예시: 월 2회 이상 소모임을 운영하는 20~30대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548640" cy="77724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3383280"/>
            <a:ext cx="29260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핵심 기능 TOP3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꼭 있어야 할 기능 3가지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383280"/>
            <a:ext cx="7589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358444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예시: 일정투표 / 참석확인 / 비용정산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43400"/>
            <a:ext cx="548640" cy="77724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348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343400"/>
            <a:ext cx="29260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성공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727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어떻게 되면 성공인가?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4343400"/>
            <a:ext cx="7589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45445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예시: 출시 3개월 내 MAU 1,000명 달성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03520"/>
            <a:ext cx="548640" cy="77724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3949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✂️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5303520"/>
            <a:ext cx="29260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MVP 범위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687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첫 버전에서 뺄 수 있는 것은?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5303520"/>
            <a:ext cx="7589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51960" y="550468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예시: 결제연동은 2차, 일정기능만 먼저 출시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281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완벽하지 않아도 괜찮습니다. 한 장짜리라도 쓰는 팀이 결국 좋은 제품을 만듭니다.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PRD, 얼마나 효과가 있을까?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PRD를 도입한 팀의 실제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6D6A0"/>
                </a:solidFill>
              </a:rP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 재작업 감소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PRD 도입 후
개발 재작업 비율 감소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38328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B4D8"/>
                </a:solidFill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 일정 준수율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0690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명확한 요구사항으로
프로젝트 일정 준수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38328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D600"/>
                </a:solidFill>
              </a:rP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 팀 만족도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0690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소통 명확성 향상으로
팀원 만족도 상승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89320"/>
            <a:ext cx="11274552" cy="68580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📌  PRD는 비용이 아닙니다. 더 빠르고 더 정확하게 만들기 위한 투자입니다.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0E0EF"/>
                </a:solidFill>
              </a:rPr>
              <a:t>오늘의 핵심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PRD는 문서가 아니라
'생각을 정리하는 습관'입니다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986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아이디어를 구체화하라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9864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막연한 아이디어를 PRD로 쓰는 과정에서 진짜 문제와 해결책이 명확해집니다.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6732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팀을 한 방향으로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67327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PRD 한 장이 수십 번의 회의를 대신할 수 있습니다. 모두가 같은 그림을 그리게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360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지금 당장 시작하라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636007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완벽한 PRD가 아니어도 괜찮습니다. 한 장짜리라도 쓰는 팀이 결국 좋은 제품을 만듭니다.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5046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우리 모임에서도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50468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다음에 앱·플랫폼 아이디어가 나오면, 바로 PRD 템플릿 꺼내서 같이 채워봅시다!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함께 만드는 제품, PRD에서 시작합니다  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